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Identifying Regional and Age‑Group Patterns in Aadhaar Updates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Aadhaar Data Hackathon —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Identify regional (state/district) and age‑group patterns in Aadhaar updates</a:t>
            </a:r>
          </a:p>
          <a:p>
            <a:pPr>
              <a:defRPr sz="1800"/>
            </a:pPr>
            <a:r>
              <a:t>Provide insights and recommendations to improve service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Demographic and Biometric aggregated CSVs (daily rows)</a:t>
            </a:r>
          </a:p>
          <a:p>
            <a:pPr>
              <a:defRPr sz="1800"/>
            </a:pPr>
            <a:r>
              <a:t>Aggregated by state/district; weekly resampling for forecasts</a:t>
            </a:r>
          </a:p>
          <a:p>
            <a:pPr>
              <a:defRPr sz="1800"/>
            </a:pPr>
            <a:r>
              <a:t>Holt–Winters forecasts (12-week horizon) for key series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States — Demographic</a:t>
            </a:r>
          </a:p>
        </p:txBody>
      </p:sp>
      <p:pic>
        <p:nvPicPr>
          <p:cNvPr id="3" name="Picture 2" descr="state_demographic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States — Biometric</a:t>
            </a:r>
          </a:p>
        </p:txBody>
      </p:sp>
      <p:pic>
        <p:nvPicPr>
          <p:cNvPr id="3" name="Picture 2" descr="state_biometric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Gujarat — Districts (Demographic)</a:t>
            </a:r>
          </a:p>
        </p:txBody>
      </p:sp>
      <p:pic>
        <p:nvPicPr>
          <p:cNvPr id="3" name="Picture 2" descr="gujarat_demographic_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Gujarat — Districts (Biometric)</a:t>
            </a:r>
          </a:p>
        </p:txBody>
      </p:sp>
      <p:pic>
        <p:nvPicPr>
          <p:cNvPr id="3" name="Picture 2" descr="gujarat_biometric_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— Uttar Pradesh</a:t>
            </a:r>
          </a:p>
        </p:txBody>
      </p:sp>
      <p:pic>
        <p:nvPicPr>
          <p:cNvPr id="3" name="Picture 2" descr="state_Uttar_Pradesh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— Maharashtra</a:t>
            </a:r>
          </a:p>
        </p:txBody>
      </p:sp>
      <p:pic>
        <p:nvPicPr>
          <p:cNvPr id="3" name="Picture 2" descr="state_Maharashtra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— Gujarat / Ahmedabad</a:t>
            </a:r>
          </a:p>
        </p:txBody>
      </p:sp>
      <p:pic>
        <p:nvPicPr>
          <p:cNvPr id="3" name="Picture 2" descr="gujarat_Ahmedabad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Uttar Pradesh and Maharashtra show consistently high update volumes</a:t>
            </a:r>
          </a:p>
          <a:p>
            <a:pPr>
              <a:defRPr sz="1800"/>
            </a:pPr>
            <a:r>
              <a:t>Ahmedabad and Surat dominate Gujarat update requests — urban concentration</a:t>
            </a:r>
          </a:p>
          <a:p>
            <a:pPr>
              <a:defRPr sz="1800"/>
            </a:pPr>
            <a:r>
              <a:t>High biometric updates indicate revalidation/quality needs in populous areas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Scale temporary/mobile camps and staff during forecasted high weeks</a:t>
            </a:r>
          </a:p>
          <a:p>
            <a:pPr>
              <a:defRPr sz="1800"/>
            </a:pPr>
            <a:r>
              <a:t>Targeted outreach in high-update Gujarat districts for address/mobile updates</a:t>
            </a:r>
          </a:p>
          <a:p>
            <a:pPr>
              <a:defRPr sz="1800"/>
            </a:pPr>
            <a:r>
              <a:t>Implement biometric quality/revalidation programs to reduce repeat visits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Compare forecasts with ARIMA/Prophet models for accuracy</a:t>
            </a:r>
          </a:p>
          <a:p>
            <a:pPr>
              <a:defRPr sz="1800"/>
            </a:pPr>
            <a:r>
              <a:t>Incorporate event calendars as covariates (campaigns, policy changes)</a:t>
            </a:r>
          </a:p>
          <a:p>
            <a:pPr>
              <a:defRPr sz="1800"/>
            </a:pPr>
            <a:r>
              <a:t>Prepare PPT speaker notes and finalize slides for submission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Data-driven actions can significantly improve UIDAI service delivery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